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50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8EEDB"/>
                </a:solidFill>
                <a:latin typeface="Arial"/>
              </a:rPr>
              <a:t>EMBER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8EEDB"/>
                </a:solidFill>
                <a:latin typeface="Arial"/>
              </a:rPr>
              <a:t>为街角，
烘焙好日子。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8EEDB"/>
                </a:solidFill>
                <a:latin typeface="Arial"/>
              </a:rPr>
              <a:t>开店发布提案 · 品牌 / 包装 / 渠道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5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8EEDB"/>
                </a:solidFill>
                <a:latin typeface="Arial"/>
              </a:rPr>
              <a:t>EMBER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54A3B"/>
                </a:solidFill>
                <a:latin typeface="Arial"/>
              </a:rPr>
              <a:t>故事与用户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5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8EEDB"/>
                </a:solidFill>
                <a:latin typeface="Arial"/>
              </a:rPr>
              <a:t>EMBER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54A3B"/>
                </a:solidFill>
                <a:latin typeface="Arial"/>
              </a:rPr>
              <a:t>渠道与预算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