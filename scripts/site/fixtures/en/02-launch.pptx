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9728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950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8EEDB"/>
                </a:solidFill>
                <a:latin typeface="Arial"/>
              </a:rPr>
              <a:t>EMBER /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45920"/>
            <a:ext cx="9144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800" b="1">
                <a:solidFill>
                  <a:srgbClr val="F8EEDB"/>
                </a:solidFill>
                <a:latin typeface="Arial"/>
              </a:rPr>
              <a:t>Roasted for
the everyday.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F8EEDB"/>
                </a:solidFill>
                <a:latin typeface="Arial"/>
              </a:rPr>
              <a:t>LAUNCH PRESENTATION · BRAND / PACKAGING / CHANNELS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5C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8EEDB"/>
                </a:solidFill>
                <a:latin typeface="Arial"/>
              </a:rPr>
              <a:t>EMBER /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828800"/>
            <a:ext cx="9144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254A3B"/>
                </a:solidFill>
                <a:latin typeface="Arial"/>
              </a:rPr>
              <a:t>Story and audience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5C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8EEDB"/>
                </a:solidFill>
                <a:latin typeface="Arial"/>
              </a:rPr>
              <a:t>EMBER /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828800"/>
            <a:ext cx="9144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254A3B"/>
                </a:solidFill>
                <a:latin typeface="Arial"/>
              </a:rPr>
              <a:t>Channels and budget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