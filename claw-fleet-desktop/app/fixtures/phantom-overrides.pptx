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spc="600" kern="0" dirty="0">
                <a:solidFill>
                  <a:srgbClr val="A5842F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统编版必修上册 · 第三单元 · 比较阅读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0" y="182880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400" kern="0" dirty="0">
                <a:solidFill>
                  <a:srgbClr val="2B2620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两 种 人 生 选 择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011680" y="329184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B23A2E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《短歌行》
</a:t>
            </a:r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C554A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曹操 · 入世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303520" y="3291840"/>
            <a:ext cx="1581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A5842F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⟷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85432" y="329184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3A6B4F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《归园田居》
</a:t>
            </a:r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C554A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陶渊明 · 归隐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0" y="493776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300" kern="0" dirty="0">
                <a:solidFill>
                  <a:srgbClr val="5C554A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同一个“人生几何”，两条不同的路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8CFBC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0"/>
            <a:ext cx="641668" cy="64008"/>
          </a:xfrm>
          <a:prstGeom prst="rect">
            <a:avLst/>
          </a:prstGeom>
          <a:solidFill>
            <a:srgbClr val="A5842F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6355080"/>
            <a:ext cx="10545775" cy="0"/>
          </a:xfrm>
          <a:prstGeom prst="line">
            <a:avLst/>
          </a:prstGeom>
          <a:noFill/>
          <a:ln w="12700">
            <a:solidFill>
              <a:srgbClr val="D8CF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554A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两种人生选择 · 比较阅读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539935" y="6400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54A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1 / 19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2026-09-03T10:10:08Z</dcterms:created>
  <dcterms:modified xsi:type="dcterms:W3CDTF">2026-09-03T10:10:08Z</dcterms:modified>
</cp:coreProperties>
</file>